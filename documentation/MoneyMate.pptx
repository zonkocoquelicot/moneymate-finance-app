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8" d="100"/>
          <a:sy n="68" d="100"/>
        </p:scale>
        <p:origin x="988" y="4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920" y="368280"/>
            <a:ext cx="793080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1;p2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>
            <a:off x="3834360" y="1266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445428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576520" y="129276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2576520" y="218772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2576520" y="3082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2576520" y="3937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" name="Google Shape;55;p1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0523400">
            <a:off x="6530760" y="56952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445560"/>
            <a:ext cx="8113320" cy="12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1" name="Google Shape;59;p14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9518600">
            <a:off x="3620520" y="257076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845280" y="1199520"/>
            <a:ext cx="4619880" cy="20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5" name="Google Shape;63;p1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3072000">
            <a:off x="-2614320" y="-1976760"/>
            <a:ext cx="4433400" cy="38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66;p1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3175400">
            <a:off x="172080" y="-2061000"/>
            <a:ext cx="4599360" cy="40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9;p17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050000">
            <a:off x="7011720" y="-2139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860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2" name="Google Shape;79;p18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361400">
            <a:off x="5070240" y="27086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94;p19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1382600">
            <a:off x="5733360" y="-2468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560" y="5356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5268600" y="36910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100;p20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0224800">
            <a:off x="-2000520" y="1667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478960" y="1791000"/>
            <a:ext cx="6207840" cy="291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57200" y="440280"/>
            <a:ext cx="129492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5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" name="Google Shape;15;p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8601600">
            <a:off x="2378880" y="-4229280"/>
            <a:ext cx="8775720" cy="76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42880" y="456480"/>
            <a:ext cx="5443200" cy="103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104;p21"/>
          <p:cNvSpPr/>
          <p:nvPr/>
        </p:nvSpPr>
        <p:spPr>
          <a:xfrm>
            <a:off x="457200" y="3846960"/>
            <a:ext cx="5757120" cy="55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Freepik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457200" y="1221480"/>
            <a:ext cx="8233560" cy="130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22924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7" name="Google Shape;25;p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200200">
            <a:off x="-3751920" y="-3812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7;p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5790200">
            <a:off x="-1680840" y="-1717200"/>
            <a:ext cx="4467240" cy="38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4053600" y="1704960"/>
            <a:ext cx="4512600" cy="283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69080" y="370800"/>
            <a:ext cx="2841480" cy="733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199" y="3386381"/>
            <a:ext cx="4858719" cy="15653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Capstone Project Presentation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  <a:p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Nimisha Madavi</a:t>
            </a:r>
            <a:endParaRPr lang="en-US" sz="1600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r>
              <a:rPr lang="en-US" sz="1600" dirty="0">
                <a:solidFill>
                  <a:schemeClr val="dk1"/>
                </a:solidFill>
                <a:latin typeface="Albert Sans"/>
              </a:rPr>
              <a:t>SEN: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  <a:p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Guide: Dr. Madhu Bhan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Amity University Bengaluru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57200" y="371520"/>
            <a:ext cx="793404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0" b="0" u="none" strike="noStrike" dirty="0" err="1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MoneyMate</a:t>
            </a:r>
            <a:r>
              <a:rPr lang="en-US" sz="75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– Personal Finance Tracker</a:t>
            </a:r>
            <a:r>
              <a:rPr lang="en-US" sz="7500" b="0" i="1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overview</a:t>
            </a:r>
            <a:endParaRPr lang="fr-FR" sz="7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1}65% of people cannot track their monthly spending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2}Existing apps require subscriptions or share user data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3)Lack of visual insights reduces motivation to save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The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Problem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199" y="735291"/>
            <a:ext cx="7263354" cy="10553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Motivation &amp; Research Gap</a:t>
            </a:r>
            <a:br>
              <a:rPr lang="fr-FR" sz="6600" dirty="0">
                <a:solidFill>
                  <a:schemeClr val="dk1"/>
                </a:solidFill>
              </a:rPr>
            </a:br>
            <a:endParaRPr lang="fr-FR" sz="6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457199" y="1790640"/>
            <a:ext cx="8229241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Comprehensive tracking of income expenses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Real-time budget monitoring with visual alerts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Goal-based savings tracking with progress visualization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Financial insights via 6-month analytics dashboard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Objectives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Literature Review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Highlights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Digital tools improve financial literacy and spending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Visualizations increase savings goal completion rates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Budget alerts effectively modify user behavior before overspending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Research gap: lack of affordable privacy-focused personal finance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Technology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Stack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Backend: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Flask (Python)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Database: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SQLite + SQLAlchemy 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Frontend: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HTML5, CSS3, JavaScript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Methodology: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Modular MVC architecture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438120"/>
            <a:ext cx="129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Viaoda Libre"/>
              </a:rPr>
              <a:t>02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2476440" y="1790640"/>
            <a:ext cx="6210000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System Architecture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Database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Design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Core Entities: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User, Income, Expense, Budget, SavingsGoal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Normalized schema avoiding redundancy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- Foreign key relationships maintaining data 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Expense income tracking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Dashboard with live summaries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Category-based budgeting alerts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Savings goal progress indicators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Monthly analytics with graphs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Module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Overview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1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Business Logic &amp;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Algorithms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Monthly financial calculations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Category-wise totals aggregation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Budget utilization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Savings goal progress calculation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438120"/>
            <a:ext cx="129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Viaoda Libre"/>
              </a:rPr>
              <a:t>03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2476440" y="1790640"/>
            <a:ext cx="6210000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System Screenshots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Testing &amp;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Validation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Unit testing for calculations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Integration testing for modules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Functional testing of user workflows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Performance tested with 10+ records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Objectives successfully achieved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Real-time budget tracking and visual goal progress operational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Dashboard and analytics load under 2 seconds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Maintains accurate processing with large transaction sets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Results &amp;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Outcomes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0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Limitations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Single-user mode (no authentication yet)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No mobile responsiveness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No automated recurring expenses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Limited advanced analytics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438120"/>
            <a:ext cx="129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Viaoda Libre"/>
              </a:rPr>
              <a:t>04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2476440" y="1790640"/>
            <a:ext cx="6210000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Future Enhancements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MoneyMate empowers individuals to manage finances conveniently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Combines accessibility, analytics, and privacy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Demonstrates strong full-stack engineering with practical relevance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Conclusion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Demonstration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Add expense in real-time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Observe dashboard 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Show color-coded budget indicator change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Thank You /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 Q&amp;A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MoneyMate: Track smart. Spend wisely. Save confidently.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Conclusions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MoneyMate effectively addresses the critical need for accessible, privacy-focused personal finance management. It empowers users with tools for comprehensive tracking, intelligent budgeting, and goal-oriented savings. The platform’s modular design and clear visualizations promote financial literacy and sustained engagement. Future enhancements will leverage AI and expanded functionality, establishing MoneyMate as a leading solution for personal financial empowerment.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287;p41"/>
          <p:cNvPicPr/>
          <p:nvPr/>
        </p:nvPicPr>
        <p:blipFill>
          <a:blip r:embed="rId2">
            <a:alphaModFix amt="64000"/>
          </a:blip>
          <a:srcRect l="11023" r="13738" b="8154"/>
          <a:stretch/>
        </p:blipFill>
        <p:spPr>
          <a:xfrm rot="12735000">
            <a:off x="666000" y="-205164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238560" y="-943920"/>
            <a:ext cx="5438520" cy="243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4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THANKS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4638600" y="1314360"/>
            <a:ext cx="4047840" cy="122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Do you have any questions?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youremail@freepik.com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+00 000 000 000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yourwebsite.com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290;p41"/>
          <p:cNvGrpSpPr/>
          <p:nvPr/>
        </p:nvGrpSpPr>
        <p:grpSpPr>
          <a:xfrm>
            <a:off x="533520" y="3412080"/>
            <a:ext cx="275760" cy="275760"/>
            <a:chOff x="533520" y="3412080"/>
            <a:chExt cx="275760" cy="275760"/>
          </a:xfrm>
        </p:grpSpPr>
        <p:sp>
          <p:nvSpPr>
            <p:cNvPr id="98" name="Google Shape;291;p41"/>
            <p:cNvSpPr/>
            <p:nvPr/>
          </p:nvSpPr>
          <p:spPr>
            <a:xfrm>
              <a:off x="533520" y="341208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92;p41"/>
            <p:cNvSpPr/>
            <p:nvPr/>
          </p:nvSpPr>
          <p:spPr>
            <a:xfrm>
              <a:off x="597600" y="347760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93;p41"/>
            <p:cNvSpPr/>
            <p:nvPr/>
          </p:nvSpPr>
          <p:spPr>
            <a:xfrm>
              <a:off x="727200" y="344736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294;p41"/>
          <p:cNvGrpSpPr/>
          <p:nvPr/>
        </p:nvGrpSpPr>
        <p:grpSpPr>
          <a:xfrm>
            <a:off x="1323360" y="3430800"/>
            <a:ext cx="266400" cy="237960"/>
            <a:chOff x="1323360" y="3430800"/>
            <a:chExt cx="266400" cy="237960"/>
          </a:xfrm>
        </p:grpSpPr>
        <p:sp>
          <p:nvSpPr>
            <p:cNvPr id="102" name="Google Shape;295;p41"/>
            <p:cNvSpPr/>
            <p:nvPr/>
          </p:nvSpPr>
          <p:spPr>
            <a:xfrm>
              <a:off x="1332360" y="351468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96;p41"/>
            <p:cNvSpPr/>
            <p:nvPr/>
          </p:nvSpPr>
          <p:spPr>
            <a:xfrm>
              <a:off x="1323360" y="343080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97;p41"/>
            <p:cNvSpPr/>
            <p:nvPr/>
          </p:nvSpPr>
          <p:spPr>
            <a:xfrm>
              <a:off x="1425960" y="351468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5" name="Google Shape;298;p41"/>
          <p:cNvSpPr/>
          <p:nvPr/>
        </p:nvSpPr>
        <p:spPr>
          <a:xfrm>
            <a:off x="533520" y="4429080"/>
            <a:ext cx="37238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299;p41"/>
          <p:cNvSpPr/>
          <p:nvPr/>
        </p:nvSpPr>
        <p:spPr>
          <a:xfrm>
            <a:off x="2113920" y="341388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431</Words>
  <Application>Microsoft Office PowerPoint</Application>
  <PresentationFormat>On-screen Show (16:9)</PresentationFormat>
  <Paragraphs>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Albert Sans</vt:lpstr>
      <vt:lpstr>Arial</vt:lpstr>
      <vt:lpstr>Calibri</vt:lpstr>
      <vt:lpstr>OpenSymbol</vt:lpstr>
      <vt:lpstr>Symbol</vt:lpstr>
      <vt:lpstr>Viaoda Libre</vt:lpstr>
      <vt:lpstr>Wingdings</vt:lpstr>
      <vt:lpstr>Minimal Gradient by Slidesgo</vt:lpstr>
      <vt:lpstr>Slidesgo Final Pages</vt:lpstr>
      <vt:lpstr>MoneyMate – Personal Finance Tracker overview</vt:lpstr>
      <vt:lpstr>The Problem</vt:lpstr>
      <vt:lpstr>Motivation &amp; Research Gap </vt:lpstr>
      <vt:lpstr>Objectives</vt:lpstr>
      <vt:lpstr>Literature Review Highlights</vt:lpstr>
      <vt:lpstr>Technology Stack</vt:lpstr>
      <vt:lpstr>02</vt:lpstr>
      <vt:lpstr>Database Design</vt:lpstr>
      <vt:lpstr>Module Overview</vt:lpstr>
      <vt:lpstr>Business Logic &amp; Algorithms</vt:lpstr>
      <vt:lpstr>03</vt:lpstr>
      <vt:lpstr>Testing &amp; Validation</vt:lpstr>
      <vt:lpstr>Results &amp; Outcomes</vt:lpstr>
      <vt:lpstr>Limitations</vt:lpstr>
      <vt:lpstr>04</vt:lpstr>
      <vt:lpstr>Conclusion</vt:lpstr>
      <vt:lpstr>Demonstration</vt:lpstr>
      <vt:lpstr>Thank You / Q&amp;A</vt:lpstr>
      <vt:lpstr>Conclusions</vt:lpstr>
      <vt:lpstr>THANKS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Nimisha Madavi</cp:lastModifiedBy>
  <cp:revision>1</cp:revision>
  <dcterms:modified xsi:type="dcterms:W3CDTF">2025-12-31T03:39:34Z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2025-12-31T03:20:04Z</dcterms:created>
  <dc:creator>Unknown Creator</dc:creator>
  <dc:description/>
  <dc:language>en-US</dc:language>
  <cp:lastModifiedBy>Unknown Creator</cp:lastModifiedBy>
  <dcterms:modified xsi:type="dcterms:W3CDTF">2025-12-31T03:20:04Z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